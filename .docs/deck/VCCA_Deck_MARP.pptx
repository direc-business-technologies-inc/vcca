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</p:sldIdLst>
  <p:notesMasterIdLst>
    <p:notesMasterId r:id="rId7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notesMaster" Target="notesMasters/notesMaster1.xml"/><Relationship Id="rId73" Type="http://schemas.openxmlformats.org/officeDocument/2006/relationships/presProps" Target="presProps.xml"/><Relationship Id="rId74" Type="http://schemas.openxmlformats.org/officeDocument/2006/relationships/viewProps" Target="viewProps.xml"/><Relationship Id="rId75" Type="http://schemas.openxmlformats.org/officeDocument/2006/relationships/theme" Target="theme/theme1.xml"/><Relationship Id="rId7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SLIDE 01 — TITLE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SLIDE 02 — SUMMARY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SLIDE 03 — THE #1 RULE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PART 1 DIVIDER — BIG PICTURE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SLIDE 04 — WHAT IS VCCA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SLIDE 05 — RESTAURANT ANALOGY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SLIDE 06 — SOLUTION MAP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SLIDE 07 — THE FOUR LAYERS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SLIDE 08 — TECH STACK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PART 2 DIVIDER — DOMAIN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SLIDE 09 — DOMAIN OVERVIEW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SLIDE 10 — ENTITYDEM BASE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SLIDE 11 — ENTITY RULES 1 &amp; 2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SLIDE 12 — ENTITY RULE 3 + FULL EXAMPLE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SLIDE 13 — ARDALIS GUARDS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SLIDE 14 — VALUE OBJECTS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SLIDE 15 — DOMAIN EVENTS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SLIDE 16 — ENUMS &amp; AGGREGATE WARNING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PART 3 DIVIDER — APPLICATION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SLIDE 17 — APPLICATION OVERVIEW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SLIDE 18 — APPLICATION FOLDER STRUCTURE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SLIDE 19 — HANDLER EXAMPLE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SLIDE 20 — COMMANDS VS QUERIES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SLIDE 21 — DTOS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PART 4 DIVIDER — INFRASTRUCTURE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SLIDE 22 — INFRASTRUCTURE OVERVIEW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SLIDE 23 — REPOSITORY PATTERN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SLIDE 24 — ENTITY CONFIGURATION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SLIDE 25 — QUERY RULES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SLIDE 26 — MIGRATIONS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PART 5 DIVIDER — PRESENTATION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SLIDE 27 — PRESENTATION OVERVIEW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SLIDE 28 — BASECOMPONENT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SLIDE 29 — BASEFORM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SLIDE 30 — CODE-BEHIND CONVENTION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SLIDE 31 — VIEWMODELS VS DTOS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SLIDE 32 — ASYNC RULES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SLIDE 33 — RADZEN FORMS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PART 6 DIVIDER — REQUEST PIPELINE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SLIDE 34 — FULL PIPELINE DIAGRAM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SLIDE 35 — PIPELINE STEP BY STEP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SLIDE 36 — RETURN JOURNEY &amp; ANTI-PATTERNS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SLIDE 37 — NEW FEATURE CHECKLIST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PART 7 DIVIDER — AUTH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SLIDE 38 — AUTH OVERVIEW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SLIDE 39 — CLAIMS &amp; AUTHORIZATION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SLIDE 40 — SECURING PAGES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PART 8 DIVIDER — SAP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SLIDE 41 — SAP OVERVIEW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SLIDE 42 — ADDING A SAP ENDPOINT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PART 9 DIVIDER — NETSUITE INTEGRATION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SLIDE 43 — NETSUITE OVERVIEW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SLIDE 44 — NETSUITE AUTH &amp; SETUP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SLIDE 45 — CREATING A NETSUITE INTEGRATION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SLIDE 46 — NETSUITE PIPELINE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PART 10 DIVIDER — ODOO INTEGRATION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SLIDE 47 — ODOO OVERVIEW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SLIDE 48 — ODOO AUTH &amp; SETUP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SLIDE 49 — CREATING AN ODOO INTEGRATION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PART 11 DIVIDER — CONVENTIONS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SLIDE 43 — NAMING CONVENTIONS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SLIDE 44 — ERROR HANDLING STRATEGY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SLIDE 45 — THINGS YOU MUST NEVER DO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SLIDE 46 — LAYER BOUNDARY RULES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PART 12 DIVIDER — DEBTS &amp; BUILD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SLIDE 47 — ARCHITECTURAL DEBTS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SLIDE 48 — BUILDING LOCALLY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SLIDE 49 — TROUBLESHOOTING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═══════════════════════════════════════════════════
     SLIDE 50 — FINAL RECAP
════════════════════════════════════════════════════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4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5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6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8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9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70</Slides>
  <Notes>70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70</vt:i4>
      </vt:variant>
    </vt:vector>
  </HeadingPairs>
  <TitlesOfParts>
    <vt:vector size="7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🏗️ VCCA</dc:title>
  <dc:subject>PptxGenJS Presentation</dc:subject>
  <dc:creator>Created by Marp</dc:creator>
  <cp:lastModifiedBy>Created by Marp</cp:lastModifiedBy>
  <cp:revision>1</cp:revision>
  <dcterms:created xsi:type="dcterms:W3CDTF">2026-06-05T17:01:35Z</dcterms:created>
  <dcterms:modified xsi:type="dcterms:W3CDTF">2026-06-05T17:01:35Z</dcterms:modified>
</cp:coreProperties>
</file>