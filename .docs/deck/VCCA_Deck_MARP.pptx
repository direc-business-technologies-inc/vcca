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01 — TITLE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02 — SUMMARY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03 — THE #1 RULE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1 DIVIDER — BIG PICTURE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04 — WHAT IS VCCA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05 — RESTAURANT ANALOGY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06 — SOLUTION MAP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07 — THE FOUR LAYERS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08 — TECH STACK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2 DIVIDER — DOMAIN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09 — DOMAIN OVERVIEW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10 — ENTITYDEM BASE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11 — ENTITY RULES 1 &amp; 2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12 — ENTITY RULE 3 + FULL EXAMPLE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13 — ARDALIS GUARDS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14 — VALUE OBJECTS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15 — DOMAIN EVENTS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16 — ENUMS &amp; AGGREGATE WARNING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3 DIVIDER — APPLICATION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17 — APPLICATION OVERVIEW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18 — APPLICATION FOLDER STRUCTURE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19 — HANDLER EXAMPLE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20 — COMMANDS VS QUERIES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21 — DTOS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4 DIVIDER — INFRASTRUCTURE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22 — INFRASTRUCTURE OVERVIEW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23 — REPOSITORY PATTERN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24 — ENTITY CONFIGURATION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25 — QUERY RULES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26 — MIGRATIONS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5 DIVIDER — PRESENTATION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27 — PRESENTATION OVERVIEW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28 — BASECOMPONENT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29 — BASEFORM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30 — CODE-BEHIND CONVENTION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31 — VIEWMODELS VS DTOS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32 — ASYNC RULES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33 — RADZEN FORMS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6 DIVIDER — REQUEST PIPELINE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34 — FULL PIPELINE DIAGRAM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35 — PIPELINE STEP BY STEP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36 — RETURN JOURNEY &amp; ANTI-PATTERNS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37 — NEW FEATURE CHECKLIST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7 DIVIDER — AUTH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38 — AUTH OVERVIEW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39 — CLAIMS &amp; AUTHORIZATION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40 — SECURING PAGES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8 DIVIDER — SAP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41 — SAP OVERVIEW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42 — ADDING A SAP ENDPOINT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9 DIVIDER — NETSUITE INTEGRATION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43 — NETSUITE OVERVIEW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44 — NETSUITE AUTH &amp; SETUP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45 — CREATING A NETSUITE INTEGRATION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46 — NETSUITE PIPELINE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10 DIVIDER — CONVENTIONS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43 — NAMING CONVENTIONS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44 — ERROR HANDLING STRATEGY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45 — THINGS YOU MUST NEVER DO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46 — LAYER BOUNDARY RULES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PART 11 DIVIDER — DEBTS &amp; BUILD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47 — ARCHITECTURAL DEBTS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48 — BUILDING LOCALLY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49 — TROUBLESHOOTING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═══════════════════════════════════════════════════
     SLIDE 50 — FINAL RECAP
════════════════════════════════════════════════════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🏗️ VCCA</dc:title>
  <dc:subject>PptxGenJS Presentation</dc:subject>
  <dc:creator>Created by Marp</dc:creator>
  <cp:lastModifiedBy>Created by Marp</cp:lastModifiedBy>
  <cp:revision>1</cp:revision>
  <dcterms:created xsi:type="dcterms:W3CDTF">2026-06-05T16:21:21Z</dcterms:created>
  <dcterms:modified xsi:type="dcterms:W3CDTF">2026-06-05T16:21:21Z</dcterms:modified>
</cp:coreProperties>
</file>